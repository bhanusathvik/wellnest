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11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3</a:t>
            </a:r>
            <a:endParaRPr lang="en-US" sz="6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5029200" cy="182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C: Aakash, Shinmaya, Rithika, Manideep, Bhanu Sathvik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91640"/>
            <a:ext cx="64008" cy="914400"/>
          </a:xfrm>
          <a:prstGeom prst="rect">
            <a:avLst/>
          </a:prstGeom>
          <a:solidFill>
            <a:srgbClr val="3A86D4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737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BMI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2075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Body Mass Index calculator with real-time feedback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91640"/>
            <a:ext cx="64008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737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Daily Motivation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2075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internal API system to deliver unique daily health tips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34640"/>
            <a:ext cx="64008" cy="91440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Enhanced Personalization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3218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biometric data to refine AI-generated health plans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34640"/>
            <a:ext cx="64008" cy="91440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UI/UX Refinement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218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the Glassmorphism design system for a premium feel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977640"/>
            <a:ext cx="64008" cy="914400"/>
          </a:xfrm>
          <a:prstGeom prst="rect">
            <a:avLst/>
          </a:prstGeom>
          <a:solidFill>
            <a:srgbClr val="2C9E6E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4023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Data Consistency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" y="4361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seamless synchronization between frontend and backend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1: BMI Calculator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41148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height &amp; weight input form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BMI calculation and classification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Based on WHO standards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Results forwarded to AI engine for tailored advice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08760"/>
            <a:ext cx="4114800" cy="411480"/>
          </a:xfrm>
          <a:prstGeom prst="rect">
            <a:avLst/>
          </a:prstGeom>
          <a:solidFill>
            <a:srgbClr val="3A86D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572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UI Color System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084832"/>
            <a:ext cx="3840480" cy="530352"/>
          </a:xfrm>
          <a:prstGeom prst="rect">
            <a:avLst/>
          </a:prstGeom>
          <a:solidFill>
            <a:srgbClr val="3A86D4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084832"/>
            <a:ext cx="54864" cy="530352"/>
          </a:xfrm>
          <a:prstGeom prst="rect">
            <a:avLst/>
          </a:prstGeom>
          <a:solidFill>
            <a:srgbClr val="3A8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Underweight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359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Nutrition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23760" y="2212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&lt; 18.5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3840480" cy="530352"/>
          </a:xfrm>
          <a:prstGeom prst="rect">
            <a:avLst/>
          </a:prstGeom>
          <a:solidFill>
            <a:srgbClr val="2C9E6E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743200"/>
            <a:ext cx="54864" cy="530352"/>
          </a:xfrm>
          <a:prstGeom prst="rect">
            <a:avLst/>
          </a:prstGeom>
          <a:solidFill>
            <a:srgbClr val="2C9E6E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779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017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Maintenance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28712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 – 24.9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401568"/>
            <a:ext cx="3840480" cy="530352"/>
          </a:xfrm>
          <a:prstGeom prst="rect">
            <a:avLst/>
          </a:prstGeom>
          <a:solidFill>
            <a:srgbClr val="F4845F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3401568"/>
            <a:ext cx="54864" cy="530352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675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Activity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35295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29.9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059936"/>
            <a:ext cx="3840480" cy="530352"/>
          </a:xfrm>
          <a:prstGeom prst="rect">
            <a:avLst/>
          </a:prstGeom>
          <a:solidFill>
            <a:srgbClr val="E05C5C">
              <a:alpha val="1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4059936"/>
            <a:ext cx="54864" cy="53035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4096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4334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Activity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4187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≥ 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2004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BMI Technical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508760"/>
            <a:ext cx="41148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508760"/>
            <a:ext cx="4114800" cy="54864"/>
          </a:xfrm>
          <a:prstGeom prst="rect">
            <a:avLst/>
          </a:prstGeom>
          <a:solidFill>
            <a:srgbClr val="3A86D4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673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Frontend Logic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20574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using React useState and useEffect hooks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zero-latency real-time feedback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41148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508760"/>
            <a:ext cx="41148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1673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Precision Handling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20574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.toFixed(1) for user-friendly BMI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readable output for all classifications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148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3063240"/>
            <a:ext cx="4114800" cy="54864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3227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BMI Formula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36118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= weight (kg) ÷ height (m)²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WHO calculation method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3063240"/>
            <a:ext cx="4114800" cy="54864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3227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Backend Sync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36118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HealthService.java mirrors frontend logic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plan recommendations always match live BMI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2: Daily Health Tip API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276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"Tip of the Day" — Rotating daily health content to boost user engagement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2487168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633472"/>
            <a:ext cx="731520" cy="731520"/>
          </a:xfrm>
          <a:prstGeom prst="ellipse">
            <a:avLst/>
          </a:prstGeom>
          <a:solidFill>
            <a:srgbClr val="2C9E6E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51760"/>
            <a:ext cx="731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8221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Oats, Protein, Fiber-rich meals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2487168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90672" y="2633472"/>
            <a:ext cx="731520" cy="731520"/>
          </a:xfrm>
          <a:prstGeom prst="ellipse">
            <a:avLst/>
          </a:prstGeom>
          <a:solidFill>
            <a:srgbClr val="3A86D4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090672" y="2651760"/>
            <a:ext cx="731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🏋️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42032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42032" y="38221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Movements, HIIT circuits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2487168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66944" y="2633472"/>
            <a:ext cx="731520" cy="731520"/>
          </a:xfrm>
          <a:prstGeom prst="ellipse">
            <a:avLst/>
          </a:prstGeom>
          <a:solidFill>
            <a:srgbClr val="F4845F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266944" y="2651760"/>
            <a:ext cx="731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18304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8304" y="38221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Stretching, Rest Techniques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3136" y="2487168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43216" y="2633472"/>
            <a:ext cx="731520" cy="731520"/>
          </a:xfrm>
          <a:prstGeom prst="ellipse">
            <a:avLst/>
          </a:prstGeom>
          <a:solidFill>
            <a:srgbClr val="E05C5C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443216" y="2651760"/>
            <a:ext cx="731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94576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94576" y="38221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Mindfulness, Stress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2004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Architecture: Service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508760"/>
            <a:ext cx="411480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508760"/>
            <a:ext cx="64008" cy="141732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Java Service Pattern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HealthTipService manages all tip data and business logic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411480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508760"/>
            <a:ext cx="64008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In-Memory Optimization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0756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preloaded into a HashMap at startup — enables near-instant response times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11480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3108960"/>
            <a:ext cx="64008" cy="1417320"/>
          </a:xfrm>
          <a:prstGeom prst="rect">
            <a:avLst/>
          </a:prstGeom>
          <a:solidFill>
            <a:srgbClr val="3A8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46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RESTful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6758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MVC-based controller structure following REST principles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11480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3108960"/>
            <a:ext cx="64008" cy="141732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246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API Endpoint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6758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/api/health-tips/today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UI/UX Philosophy: Glassmorphism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658368"/>
          </a:xfrm>
          <a:prstGeom prst="rect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508760"/>
            <a:ext cx="64008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Goal: Deliver a premium, modern user interface with depth and clarity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2468880"/>
            <a:ext cx="640080" cy="640080"/>
          </a:xfrm>
          <a:prstGeom prst="ellipse">
            <a:avLst/>
          </a:prstGeom>
          <a:solidFill>
            <a:srgbClr val="3A86D4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249631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Translucency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770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backdrop-filter: blur(12px) for layered depth effect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4608" y="2468880"/>
            <a:ext cx="640080" cy="64008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249631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50992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Borders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50992" y="2770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1px borders creating clean, elegant separation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52044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657600"/>
            <a:ext cx="640080" cy="640080"/>
          </a:xfrm>
          <a:prstGeom prst="ellipse">
            <a:avLst/>
          </a:prstGeom>
          <a:solidFill>
            <a:srgbClr val="F4845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68503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70432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Styling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959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CSS variables in index.css for consistency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52044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64608" y="3657600"/>
            <a:ext cx="640080" cy="640080"/>
          </a:xfrm>
          <a:prstGeom prst="ellipse">
            <a:avLst/>
          </a:prstGeom>
          <a:solidFill>
            <a:srgbClr val="2C9E6E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64608" y="368503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♿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50992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50992" y="3959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gradients supporting Light/Dark modes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Intelligence Layer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Brain"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859536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019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HealthService dynamically adjusts AI Health Plans using live BMI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651760"/>
            <a:ext cx="411480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651760"/>
            <a:ext cx="4114800" cy="411480"/>
          </a:xfrm>
          <a:prstGeom prst="rect">
            <a:avLst/>
          </a:prstGeom>
          <a:solidFill>
            <a:srgbClr val="3A86D4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7066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Underweight Response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1546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calorie-dense foods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Avocado, Nuts, Whole Grains, Healthy Fats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411480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2651760"/>
            <a:ext cx="4114800" cy="411480"/>
          </a:xfrm>
          <a:prstGeom prst="rect">
            <a:avLst/>
          </a:prstGeom>
          <a:solidFill>
            <a:srgbClr val="E05C5C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7066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Obese Response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1546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safe low-impact exercises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Walking, Swimming, Gentle Cycling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315968"/>
            <a:ext cx="2743200" cy="566928"/>
          </a:xfrm>
          <a:prstGeom prst="rect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3891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Highly personalized recommendations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4315968"/>
            <a:ext cx="2743200" cy="566928"/>
          </a:xfrm>
          <a:prstGeom prst="rect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43891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Avoids generic one-size-fits-all advice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4315968"/>
            <a:ext cx="2743200" cy="566928"/>
          </a:xfrm>
          <a:prstGeom prst="rect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3891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Improves user health journey effectiveness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WellNest Milestone 3 Review</dc:title>
  <dc:subject>PptxGenJS Presentation</dc:subject>
  <dc:creator>PptxGenJS</dc:creator>
  <cp:lastModifiedBy>PptxGenJS</cp:lastModifiedBy>
  <cp:revision>1</cp:revision>
  <dcterms:created xsi:type="dcterms:W3CDTF">2026-02-28T13:27:19Z</dcterms:created>
  <dcterms:modified xsi:type="dcterms:W3CDTF">2026-02-28T13:27:19Z</dcterms:modified>
</cp:coreProperties>
</file>